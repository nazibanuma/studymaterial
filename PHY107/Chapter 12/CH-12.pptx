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8" d="100"/>
          <a:sy n="98" d="100"/>
        </p:scale>
        <p:origin x="95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ABE0F-9E1F-0C53-35FB-E73ABF84CC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01C98F-1DA6-C1EF-5D32-9823D74735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94291F-1D59-379C-0015-EF4BA6EE5495}"/>
              </a:ext>
            </a:extLst>
          </p:cNvPr>
          <p:cNvSpPr>
            <a:spLocks noGrp="1"/>
          </p:cNvSpPr>
          <p:nvPr>
            <p:ph type="dt" sz="half" idx="10"/>
          </p:nvPr>
        </p:nvSpPr>
        <p:spPr/>
        <p:txBody>
          <a:bodyPr/>
          <a:lstStyle/>
          <a:p>
            <a:fld id="{95ACAF13-97B5-46EB-B208-8AD5B75C63A2}" type="datetimeFigureOut">
              <a:rPr lang="en-US" smtClean="0"/>
              <a:t>3/19/2025</a:t>
            </a:fld>
            <a:endParaRPr lang="en-US"/>
          </a:p>
        </p:txBody>
      </p:sp>
      <p:sp>
        <p:nvSpPr>
          <p:cNvPr id="5" name="Footer Placeholder 4">
            <a:extLst>
              <a:ext uri="{FF2B5EF4-FFF2-40B4-BE49-F238E27FC236}">
                <a16:creationId xmlns:a16="http://schemas.microsoft.com/office/drawing/2014/main" id="{C710A7CE-AA68-4CC6-9402-69878BCF0F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F4CE7B-564D-1C96-6D5C-0C5EE2DE3FE5}"/>
              </a:ext>
            </a:extLst>
          </p:cNvPr>
          <p:cNvSpPr>
            <a:spLocks noGrp="1"/>
          </p:cNvSpPr>
          <p:nvPr>
            <p:ph type="sldNum" sz="quarter" idx="12"/>
          </p:nvPr>
        </p:nvSpPr>
        <p:spPr/>
        <p:txBody>
          <a:bodyPr/>
          <a:lstStyle/>
          <a:p>
            <a:fld id="{58D7ECF5-C278-44EF-B297-043B1E90482B}" type="slidenum">
              <a:rPr lang="en-US" smtClean="0"/>
              <a:t>‹#›</a:t>
            </a:fld>
            <a:endParaRPr lang="en-US"/>
          </a:p>
        </p:txBody>
      </p:sp>
    </p:spTree>
    <p:extLst>
      <p:ext uri="{BB962C8B-B14F-4D97-AF65-F5344CB8AC3E}">
        <p14:creationId xmlns:p14="http://schemas.microsoft.com/office/powerpoint/2010/main" val="437236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BBDC3-CB6B-697E-228B-3A76D82460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AAF59F-A709-B67A-5F1E-ACD2187F3C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0AFB73-C7BC-919B-8B6A-C88711198BA2}"/>
              </a:ext>
            </a:extLst>
          </p:cNvPr>
          <p:cNvSpPr>
            <a:spLocks noGrp="1"/>
          </p:cNvSpPr>
          <p:nvPr>
            <p:ph type="dt" sz="half" idx="10"/>
          </p:nvPr>
        </p:nvSpPr>
        <p:spPr/>
        <p:txBody>
          <a:bodyPr/>
          <a:lstStyle/>
          <a:p>
            <a:fld id="{95ACAF13-97B5-46EB-B208-8AD5B75C63A2}" type="datetimeFigureOut">
              <a:rPr lang="en-US" smtClean="0"/>
              <a:t>3/19/2025</a:t>
            </a:fld>
            <a:endParaRPr lang="en-US"/>
          </a:p>
        </p:txBody>
      </p:sp>
      <p:sp>
        <p:nvSpPr>
          <p:cNvPr id="5" name="Footer Placeholder 4">
            <a:extLst>
              <a:ext uri="{FF2B5EF4-FFF2-40B4-BE49-F238E27FC236}">
                <a16:creationId xmlns:a16="http://schemas.microsoft.com/office/drawing/2014/main" id="{86DA1761-9DA8-3106-8AC5-578DDB148E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D8480-E8F1-446F-4B24-C57F93F31EFF}"/>
              </a:ext>
            </a:extLst>
          </p:cNvPr>
          <p:cNvSpPr>
            <a:spLocks noGrp="1"/>
          </p:cNvSpPr>
          <p:nvPr>
            <p:ph type="sldNum" sz="quarter" idx="12"/>
          </p:nvPr>
        </p:nvSpPr>
        <p:spPr/>
        <p:txBody>
          <a:bodyPr/>
          <a:lstStyle/>
          <a:p>
            <a:fld id="{58D7ECF5-C278-44EF-B297-043B1E90482B}" type="slidenum">
              <a:rPr lang="en-US" smtClean="0"/>
              <a:t>‹#›</a:t>
            </a:fld>
            <a:endParaRPr lang="en-US"/>
          </a:p>
        </p:txBody>
      </p:sp>
    </p:spTree>
    <p:extLst>
      <p:ext uri="{BB962C8B-B14F-4D97-AF65-F5344CB8AC3E}">
        <p14:creationId xmlns:p14="http://schemas.microsoft.com/office/powerpoint/2010/main" val="4035211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03F5C-871C-95E6-AE08-AFD1222F1C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57259C-AA31-B34F-6BE9-15A04E8B34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C7C0AC-4A24-50B5-A3EE-D037E5613CC7}"/>
              </a:ext>
            </a:extLst>
          </p:cNvPr>
          <p:cNvSpPr>
            <a:spLocks noGrp="1"/>
          </p:cNvSpPr>
          <p:nvPr>
            <p:ph type="dt" sz="half" idx="10"/>
          </p:nvPr>
        </p:nvSpPr>
        <p:spPr/>
        <p:txBody>
          <a:bodyPr/>
          <a:lstStyle/>
          <a:p>
            <a:fld id="{95ACAF13-97B5-46EB-B208-8AD5B75C63A2}" type="datetimeFigureOut">
              <a:rPr lang="en-US" smtClean="0"/>
              <a:t>3/19/2025</a:t>
            </a:fld>
            <a:endParaRPr lang="en-US"/>
          </a:p>
        </p:txBody>
      </p:sp>
      <p:sp>
        <p:nvSpPr>
          <p:cNvPr id="5" name="Footer Placeholder 4">
            <a:extLst>
              <a:ext uri="{FF2B5EF4-FFF2-40B4-BE49-F238E27FC236}">
                <a16:creationId xmlns:a16="http://schemas.microsoft.com/office/drawing/2014/main" id="{2F458F32-141A-45CB-8D19-06C169128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33511B-8218-EA3E-6A01-0DE03D06B6B1}"/>
              </a:ext>
            </a:extLst>
          </p:cNvPr>
          <p:cNvSpPr>
            <a:spLocks noGrp="1"/>
          </p:cNvSpPr>
          <p:nvPr>
            <p:ph type="sldNum" sz="quarter" idx="12"/>
          </p:nvPr>
        </p:nvSpPr>
        <p:spPr/>
        <p:txBody>
          <a:bodyPr/>
          <a:lstStyle/>
          <a:p>
            <a:fld id="{58D7ECF5-C278-44EF-B297-043B1E90482B}" type="slidenum">
              <a:rPr lang="en-US" smtClean="0"/>
              <a:t>‹#›</a:t>
            </a:fld>
            <a:endParaRPr lang="en-US"/>
          </a:p>
        </p:txBody>
      </p:sp>
    </p:spTree>
    <p:extLst>
      <p:ext uri="{BB962C8B-B14F-4D97-AF65-F5344CB8AC3E}">
        <p14:creationId xmlns:p14="http://schemas.microsoft.com/office/powerpoint/2010/main" val="4180669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5BC7-149D-8546-A59D-55A4D03607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40BCFF-240B-88EE-9E49-AED6CB4340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B371D5-9FB1-3658-F9E2-6F8812A6EC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980CFA-7BFB-931D-12BD-CC4B1A73015D}"/>
              </a:ext>
            </a:extLst>
          </p:cNvPr>
          <p:cNvSpPr>
            <a:spLocks noGrp="1"/>
          </p:cNvSpPr>
          <p:nvPr>
            <p:ph type="dt" sz="half" idx="10"/>
          </p:nvPr>
        </p:nvSpPr>
        <p:spPr/>
        <p:txBody>
          <a:bodyPr/>
          <a:lstStyle/>
          <a:p>
            <a:fld id="{95ACAF13-97B5-46EB-B208-8AD5B75C63A2}" type="datetimeFigureOut">
              <a:rPr lang="en-US" smtClean="0"/>
              <a:t>3/19/2025</a:t>
            </a:fld>
            <a:endParaRPr lang="en-US"/>
          </a:p>
        </p:txBody>
      </p:sp>
      <p:sp>
        <p:nvSpPr>
          <p:cNvPr id="6" name="Footer Placeholder 5">
            <a:extLst>
              <a:ext uri="{FF2B5EF4-FFF2-40B4-BE49-F238E27FC236}">
                <a16:creationId xmlns:a16="http://schemas.microsoft.com/office/drawing/2014/main" id="{C95F4113-F589-39C5-E1AE-7A401D8A8E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932A73-EEF5-2C8F-7AE9-8CF5A7DB57D8}"/>
              </a:ext>
            </a:extLst>
          </p:cNvPr>
          <p:cNvSpPr>
            <a:spLocks noGrp="1"/>
          </p:cNvSpPr>
          <p:nvPr>
            <p:ph type="sldNum" sz="quarter" idx="12"/>
          </p:nvPr>
        </p:nvSpPr>
        <p:spPr/>
        <p:txBody>
          <a:bodyPr/>
          <a:lstStyle/>
          <a:p>
            <a:fld id="{58D7ECF5-C278-44EF-B297-043B1E90482B}" type="slidenum">
              <a:rPr lang="en-US" smtClean="0"/>
              <a:t>‹#›</a:t>
            </a:fld>
            <a:endParaRPr lang="en-US"/>
          </a:p>
        </p:txBody>
      </p:sp>
    </p:spTree>
    <p:extLst>
      <p:ext uri="{BB962C8B-B14F-4D97-AF65-F5344CB8AC3E}">
        <p14:creationId xmlns:p14="http://schemas.microsoft.com/office/powerpoint/2010/main" val="1920644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55AC0-7359-9CA5-A980-8CAF37C337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C81224-AEA0-B416-3F75-A1F2D153B4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7E075C-BB5D-DC55-CE6D-55F13166A4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AE9501-0F40-EEEB-4B99-6C76E2C419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63AA19-65A0-33A3-6E89-7D076DA8EF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8093C3-33D8-B372-7E14-E2D9AAB2E5E8}"/>
              </a:ext>
            </a:extLst>
          </p:cNvPr>
          <p:cNvSpPr>
            <a:spLocks noGrp="1"/>
          </p:cNvSpPr>
          <p:nvPr>
            <p:ph type="dt" sz="half" idx="10"/>
          </p:nvPr>
        </p:nvSpPr>
        <p:spPr/>
        <p:txBody>
          <a:bodyPr/>
          <a:lstStyle/>
          <a:p>
            <a:fld id="{95ACAF13-97B5-46EB-B208-8AD5B75C63A2}" type="datetimeFigureOut">
              <a:rPr lang="en-US" smtClean="0"/>
              <a:t>3/19/2025</a:t>
            </a:fld>
            <a:endParaRPr lang="en-US"/>
          </a:p>
        </p:txBody>
      </p:sp>
      <p:sp>
        <p:nvSpPr>
          <p:cNvPr id="8" name="Footer Placeholder 7">
            <a:extLst>
              <a:ext uri="{FF2B5EF4-FFF2-40B4-BE49-F238E27FC236}">
                <a16:creationId xmlns:a16="http://schemas.microsoft.com/office/drawing/2014/main" id="{850FFAD6-AA1F-8E08-63E7-B80DEB5CCE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388626-1122-2C35-8D4B-79FB9000ABAC}"/>
              </a:ext>
            </a:extLst>
          </p:cNvPr>
          <p:cNvSpPr>
            <a:spLocks noGrp="1"/>
          </p:cNvSpPr>
          <p:nvPr>
            <p:ph type="sldNum" sz="quarter" idx="12"/>
          </p:nvPr>
        </p:nvSpPr>
        <p:spPr/>
        <p:txBody>
          <a:bodyPr/>
          <a:lstStyle/>
          <a:p>
            <a:fld id="{58D7ECF5-C278-44EF-B297-043B1E90482B}" type="slidenum">
              <a:rPr lang="en-US" smtClean="0"/>
              <a:t>‹#›</a:t>
            </a:fld>
            <a:endParaRPr lang="en-US"/>
          </a:p>
        </p:txBody>
      </p:sp>
    </p:spTree>
    <p:extLst>
      <p:ext uri="{BB962C8B-B14F-4D97-AF65-F5344CB8AC3E}">
        <p14:creationId xmlns:p14="http://schemas.microsoft.com/office/powerpoint/2010/main" val="741959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0F13B-26C7-235D-9BDF-0E923858C2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A9E132-DC50-1CDB-E85F-46970DA5F94D}"/>
              </a:ext>
            </a:extLst>
          </p:cNvPr>
          <p:cNvSpPr>
            <a:spLocks noGrp="1"/>
          </p:cNvSpPr>
          <p:nvPr>
            <p:ph type="dt" sz="half" idx="10"/>
          </p:nvPr>
        </p:nvSpPr>
        <p:spPr/>
        <p:txBody>
          <a:bodyPr/>
          <a:lstStyle/>
          <a:p>
            <a:fld id="{95ACAF13-97B5-46EB-B208-8AD5B75C63A2}" type="datetimeFigureOut">
              <a:rPr lang="en-US" smtClean="0"/>
              <a:t>3/19/2025</a:t>
            </a:fld>
            <a:endParaRPr lang="en-US"/>
          </a:p>
        </p:txBody>
      </p:sp>
      <p:sp>
        <p:nvSpPr>
          <p:cNvPr id="4" name="Footer Placeholder 3">
            <a:extLst>
              <a:ext uri="{FF2B5EF4-FFF2-40B4-BE49-F238E27FC236}">
                <a16:creationId xmlns:a16="http://schemas.microsoft.com/office/drawing/2014/main" id="{A1DA9CD3-AC6E-87BF-A25D-9DB80BC224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BCD521-A803-E7C2-4B02-E7BC20DF2255}"/>
              </a:ext>
            </a:extLst>
          </p:cNvPr>
          <p:cNvSpPr>
            <a:spLocks noGrp="1"/>
          </p:cNvSpPr>
          <p:nvPr>
            <p:ph type="sldNum" sz="quarter" idx="12"/>
          </p:nvPr>
        </p:nvSpPr>
        <p:spPr/>
        <p:txBody>
          <a:bodyPr/>
          <a:lstStyle/>
          <a:p>
            <a:fld id="{58D7ECF5-C278-44EF-B297-043B1E90482B}" type="slidenum">
              <a:rPr lang="en-US" smtClean="0"/>
              <a:t>‹#›</a:t>
            </a:fld>
            <a:endParaRPr lang="en-US"/>
          </a:p>
        </p:txBody>
      </p:sp>
    </p:spTree>
    <p:extLst>
      <p:ext uri="{BB962C8B-B14F-4D97-AF65-F5344CB8AC3E}">
        <p14:creationId xmlns:p14="http://schemas.microsoft.com/office/powerpoint/2010/main" val="1157240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6468EE-AFEA-D27F-0D9C-021215C6BEC3}"/>
              </a:ext>
            </a:extLst>
          </p:cNvPr>
          <p:cNvSpPr>
            <a:spLocks noGrp="1"/>
          </p:cNvSpPr>
          <p:nvPr>
            <p:ph type="dt" sz="half" idx="10"/>
          </p:nvPr>
        </p:nvSpPr>
        <p:spPr/>
        <p:txBody>
          <a:bodyPr/>
          <a:lstStyle/>
          <a:p>
            <a:fld id="{95ACAF13-97B5-46EB-B208-8AD5B75C63A2}" type="datetimeFigureOut">
              <a:rPr lang="en-US" smtClean="0"/>
              <a:t>3/19/2025</a:t>
            </a:fld>
            <a:endParaRPr lang="en-US"/>
          </a:p>
        </p:txBody>
      </p:sp>
      <p:sp>
        <p:nvSpPr>
          <p:cNvPr id="3" name="Footer Placeholder 2">
            <a:extLst>
              <a:ext uri="{FF2B5EF4-FFF2-40B4-BE49-F238E27FC236}">
                <a16:creationId xmlns:a16="http://schemas.microsoft.com/office/drawing/2014/main" id="{7967C567-5CB3-7A96-F728-3674DF8905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508D3E-6591-E52D-0444-6F6B4653D59D}"/>
              </a:ext>
            </a:extLst>
          </p:cNvPr>
          <p:cNvSpPr>
            <a:spLocks noGrp="1"/>
          </p:cNvSpPr>
          <p:nvPr>
            <p:ph type="sldNum" sz="quarter" idx="12"/>
          </p:nvPr>
        </p:nvSpPr>
        <p:spPr/>
        <p:txBody>
          <a:bodyPr/>
          <a:lstStyle/>
          <a:p>
            <a:fld id="{58D7ECF5-C278-44EF-B297-043B1E90482B}" type="slidenum">
              <a:rPr lang="en-US" smtClean="0"/>
              <a:t>‹#›</a:t>
            </a:fld>
            <a:endParaRPr lang="en-US"/>
          </a:p>
        </p:txBody>
      </p:sp>
    </p:spTree>
    <p:extLst>
      <p:ext uri="{BB962C8B-B14F-4D97-AF65-F5344CB8AC3E}">
        <p14:creationId xmlns:p14="http://schemas.microsoft.com/office/powerpoint/2010/main" val="2278936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0AB48-C96B-0306-1D5D-842582164C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F5AD7E-2CC2-7A83-EBD1-4BCD4C31E0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55B7CF-DF02-EA87-53E2-AFFA44D31F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30BEB8-3198-118F-BB78-616DF2F5F634}"/>
              </a:ext>
            </a:extLst>
          </p:cNvPr>
          <p:cNvSpPr>
            <a:spLocks noGrp="1"/>
          </p:cNvSpPr>
          <p:nvPr>
            <p:ph type="dt" sz="half" idx="10"/>
          </p:nvPr>
        </p:nvSpPr>
        <p:spPr/>
        <p:txBody>
          <a:bodyPr/>
          <a:lstStyle/>
          <a:p>
            <a:fld id="{95ACAF13-97B5-46EB-B208-8AD5B75C63A2}" type="datetimeFigureOut">
              <a:rPr lang="en-US" smtClean="0"/>
              <a:t>3/19/2025</a:t>
            </a:fld>
            <a:endParaRPr lang="en-US"/>
          </a:p>
        </p:txBody>
      </p:sp>
      <p:sp>
        <p:nvSpPr>
          <p:cNvPr id="6" name="Footer Placeholder 5">
            <a:extLst>
              <a:ext uri="{FF2B5EF4-FFF2-40B4-BE49-F238E27FC236}">
                <a16:creationId xmlns:a16="http://schemas.microsoft.com/office/drawing/2014/main" id="{EE3F0740-3107-4399-CA5C-235AFA44DF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84F20-626A-1B52-99F8-1F22D3CC6C59}"/>
              </a:ext>
            </a:extLst>
          </p:cNvPr>
          <p:cNvSpPr>
            <a:spLocks noGrp="1"/>
          </p:cNvSpPr>
          <p:nvPr>
            <p:ph type="sldNum" sz="quarter" idx="12"/>
          </p:nvPr>
        </p:nvSpPr>
        <p:spPr/>
        <p:txBody>
          <a:bodyPr/>
          <a:lstStyle/>
          <a:p>
            <a:fld id="{58D7ECF5-C278-44EF-B297-043B1E90482B}" type="slidenum">
              <a:rPr lang="en-US" smtClean="0"/>
              <a:t>‹#›</a:t>
            </a:fld>
            <a:endParaRPr lang="en-US"/>
          </a:p>
        </p:txBody>
      </p:sp>
    </p:spTree>
    <p:extLst>
      <p:ext uri="{BB962C8B-B14F-4D97-AF65-F5344CB8AC3E}">
        <p14:creationId xmlns:p14="http://schemas.microsoft.com/office/powerpoint/2010/main" val="1649238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01192-5B37-0C2E-CFB2-65255231D8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EFBDF8-235D-BA03-7D9A-2632A652C0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E9EABB-8B0C-ED41-13F3-B2626A90D3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43110-5CAC-164D-8CDC-17786A3066F7}"/>
              </a:ext>
            </a:extLst>
          </p:cNvPr>
          <p:cNvSpPr>
            <a:spLocks noGrp="1"/>
          </p:cNvSpPr>
          <p:nvPr>
            <p:ph type="dt" sz="half" idx="10"/>
          </p:nvPr>
        </p:nvSpPr>
        <p:spPr/>
        <p:txBody>
          <a:bodyPr/>
          <a:lstStyle/>
          <a:p>
            <a:fld id="{95ACAF13-97B5-46EB-B208-8AD5B75C63A2}" type="datetimeFigureOut">
              <a:rPr lang="en-US" smtClean="0"/>
              <a:t>3/19/2025</a:t>
            </a:fld>
            <a:endParaRPr lang="en-US"/>
          </a:p>
        </p:txBody>
      </p:sp>
      <p:sp>
        <p:nvSpPr>
          <p:cNvPr id="6" name="Footer Placeholder 5">
            <a:extLst>
              <a:ext uri="{FF2B5EF4-FFF2-40B4-BE49-F238E27FC236}">
                <a16:creationId xmlns:a16="http://schemas.microsoft.com/office/drawing/2014/main" id="{A44372C8-5722-2E22-2098-7BBA335A71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1C5DFA-0B9A-2DB5-510E-29859A285C72}"/>
              </a:ext>
            </a:extLst>
          </p:cNvPr>
          <p:cNvSpPr>
            <a:spLocks noGrp="1"/>
          </p:cNvSpPr>
          <p:nvPr>
            <p:ph type="sldNum" sz="quarter" idx="12"/>
          </p:nvPr>
        </p:nvSpPr>
        <p:spPr/>
        <p:txBody>
          <a:bodyPr/>
          <a:lstStyle/>
          <a:p>
            <a:fld id="{58D7ECF5-C278-44EF-B297-043B1E90482B}" type="slidenum">
              <a:rPr lang="en-US" smtClean="0"/>
              <a:t>‹#›</a:t>
            </a:fld>
            <a:endParaRPr lang="en-US"/>
          </a:p>
        </p:txBody>
      </p:sp>
    </p:spTree>
    <p:extLst>
      <p:ext uri="{BB962C8B-B14F-4D97-AF65-F5344CB8AC3E}">
        <p14:creationId xmlns:p14="http://schemas.microsoft.com/office/powerpoint/2010/main" val="2545687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B2662-BED5-9F78-083F-3A3D65D3C9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934A72-9AC0-3285-CADC-FD964482A5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C8FFAB-DA9F-C4E8-EE81-E79EE7BF34FC}"/>
              </a:ext>
            </a:extLst>
          </p:cNvPr>
          <p:cNvSpPr>
            <a:spLocks noGrp="1"/>
          </p:cNvSpPr>
          <p:nvPr>
            <p:ph type="dt" sz="half" idx="10"/>
          </p:nvPr>
        </p:nvSpPr>
        <p:spPr/>
        <p:txBody>
          <a:bodyPr/>
          <a:lstStyle/>
          <a:p>
            <a:fld id="{95ACAF13-97B5-46EB-B208-8AD5B75C63A2}" type="datetimeFigureOut">
              <a:rPr lang="en-US" smtClean="0"/>
              <a:t>3/19/2025</a:t>
            </a:fld>
            <a:endParaRPr lang="en-US"/>
          </a:p>
        </p:txBody>
      </p:sp>
      <p:sp>
        <p:nvSpPr>
          <p:cNvPr id="5" name="Footer Placeholder 4">
            <a:extLst>
              <a:ext uri="{FF2B5EF4-FFF2-40B4-BE49-F238E27FC236}">
                <a16:creationId xmlns:a16="http://schemas.microsoft.com/office/drawing/2014/main" id="{6C17725B-B64E-C74D-F46D-2A396F8032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0CA6C-38A7-999D-5FA7-A1B4572E3E0C}"/>
              </a:ext>
            </a:extLst>
          </p:cNvPr>
          <p:cNvSpPr>
            <a:spLocks noGrp="1"/>
          </p:cNvSpPr>
          <p:nvPr>
            <p:ph type="sldNum" sz="quarter" idx="12"/>
          </p:nvPr>
        </p:nvSpPr>
        <p:spPr/>
        <p:txBody>
          <a:bodyPr/>
          <a:lstStyle/>
          <a:p>
            <a:fld id="{58D7ECF5-C278-44EF-B297-043B1E90482B}" type="slidenum">
              <a:rPr lang="en-US" smtClean="0"/>
              <a:t>‹#›</a:t>
            </a:fld>
            <a:endParaRPr lang="en-US"/>
          </a:p>
        </p:txBody>
      </p:sp>
    </p:spTree>
    <p:extLst>
      <p:ext uri="{BB962C8B-B14F-4D97-AF65-F5344CB8AC3E}">
        <p14:creationId xmlns:p14="http://schemas.microsoft.com/office/powerpoint/2010/main" val="2964740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7C5B0E-2B9E-F379-6D45-CCFD5E4F6F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65440A-559E-A73C-6496-EBCE38A1CE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613C0A-7F71-59C0-0290-400EC3018791}"/>
              </a:ext>
            </a:extLst>
          </p:cNvPr>
          <p:cNvSpPr>
            <a:spLocks noGrp="1"/>
          </p:cNvSpPr>
          <p:nvPr>
            <p:ph type="dt" sz="half" idx="10"/>
          </p:nvPr>
        </p:nvSpPr>
        <p:spPr/>
        <p:txBody>
          <a:bodyPr/>
          <a:lstStyle/>
          <a:p>
            <a:fld id="{95ACAF13-97B5-46EB-B208-8AD5B75C63A2}" type="datetimeFigureOut">
              <a:rPr lang="en-US" smtClean="0"/>
              <a:t>3/19/2025</a:t>
            </a:fld>
            <a:endParaRPr lang="en-US"/>
          </a:p>
        </p:txBody>
      </p:sp>
      <p:sp>
        <p:nvSpPr>
          <p:cNvPr id="5" name="Footer Placeholder 4">
            <a:extLst>
              <a:ext uri="{FF2B5EF4-FFF2-40B4-BE49-F238E27FC236}">
                <a16:creationId xmlns:a16="http://schemas.microsoft.com/office/drawing/2014/main" id="{1F49F83A-0868-A75D-CA41-CF12A5E14E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59F0CD-259D-F7D2-1C2D-EB31D5076A79}"/>
              </a:ext>
            </a:extLst>
          </p:cNvPr>
          <p:cNvSpPr>
            <a:spLocks noGrp="1"/>
          </p:cNvSpPr>
          <p:nvPr>
            <p:ph type="sldNum" sz="quarter" idx="12"/>
          </p:nvPr>
        </p:nvSpPr>
        <p:spPr/>
        <p:txBody>
          <a:bodyPr/>
          <a:lstStyle/>
          <a:p>
            <a:fld id="{58D7ECF5-C278-44EF-B297-043B1E90482B}" type="slidenum">
              <a:rPr lang="en-US" smtClean="0"/>
              <a:t>‹#›</a:t>
            </a:fld>
            <a:endParaRPr lang="en-US"/>
          </a:p>
        </p:txBody>
      </p:sp>
    </p:spTree>
    <p:extLst>
      <p:ext uri="{BB962C8B-B14F-4D97-AF65-F5344CB8AC3E}">
        <p14:creationId xmlns:p14="http://schemas.microsoft.com/office/powerpoint/2010/main" val="677418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7B5407-7ABD-9A49-97D2-7F8D2C0A02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054AB2-0BF6-E34B-99D1-843E961360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D2E089-5684-2750-9E77-73EDC5FB06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ACAF13-97B5-46EB-B208-8AD5B75C63A2}" type="datetimeFigureOut">
              <a:rPr lang="en-US" smtClean="0"/>
              <a:t>3/19/2025</a:t>
            </a:fld>
            <a:endParaRPr lang="en-US"/>
          </a:p>
        </p:txBody>
      </p:sp>
      <p:sp>
        <p:nvSpPr>
          <p:cNvPr id="5" name="Footer Placeholder 4">
            <a:extLst>
              <a:ext uri="{FF2B5EF4-FFF2-40B4-BE49-F238E27FC236}">
                <a16:creationId xmlns:a16="http://schemas.microsoft.com/office/drawing/2014/main" id="{F5B0321E-BDD0-65EE-7573-A087681621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0FA6903-D0DA-C0A6-77FA-88207A3F98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D7ECF5-C278-44EF-B297-043B1E90482B}" type="slidenum">
              <a:rPr lang="en-US" smtClean="0"/>
              <a:t>‹#›</a:t>
            </a:fld>
            <a:endParaRPr lang="en-US"/>
          </a:p>
        </p:txBody>
      </p:sp>
    </p:spTree>
    <p:extLst>
      <p:ext uri="{BB962C8B-B14F-4D97-AF65-F5344CB8AC3E}">
        <p14:creationId xmlns:p14="http://schemas.microsoft.com/office/powerpoint/2010/main" val="1873398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CC9F81-BBAC-5A38-14E9-E9FC4C12BBA4}"/>
              </a:ext>
            </a:extLst>
          </p:cNvPr>
          <p:cNvSpPr txBox="1"/>
          <p:nvPr/>
        </p:nvSpPr>
        <p:spPr>
          <a:xfrm>
            <a:off x="586090" y="385478"/>
            <a:ext cx="11077373" cy="2677656"/>
          </a:xfrm>
          <a:prstGeom prst="rect">
            <a:avLst/>
          </a:prstGeom>
          <a:noFill/>
        </p:spPr>
        <p:txBody>
          <a:bodyPr wrap="square">
            <a:sp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In Fig. </a:t>
            </a:r>
            <a:r>
              <a:rPr lang="en-US" sz="2400" b="0" i="1" dirty="0">
                <a:solidFill>
                  <a:srgbClr val="000000"/>
                </a:solidFill>
                <a:effectLst/>
                <a:latin typeface="Times New Roman" panose="02020603050405020304" pitchFamily="18" charset="0"/>
                <a:cs typeface="Times New Roman" panose="02020603050405020304" pitchFamily="18" charset="0"/>
              </a:rPr>
              <a:t>12-5a, </a:t>
            </a:r>
            <a:r>
              <a:rPr lang="en-US" sz="2400" b="0" i="0" dirty="0">
                <a:solidFill>
                  <a:srgbClr val="000000"/>
                </a:solidFill>
                <a:effectLst/>
                <a:latin typeface="Times New Roman" panose="02020603050405020304" pitchFamily="18" charset="0"/>
                <a:cs typeface="Times New Roman" panose="02020603050405020304" pitchFamily="18" charset="0"/>
              </a:rPr>
              <a:t>a ladder of length </a:t>
            </a:r>
            <a:r>
              <a:rPr lang="en-US" sz="2400" b="0" i="1" dirty="0">
                <a:solidFill>
                  <a:srgbClr val="000000"/>
                </a:solidFill>
                <a:effectLst/>
                <a:latin typeface="Times New Roman" panose="02020603050405020304" pitchFamily="18" charset="0"/>
                <a:cs typeface="Times New Roman" panose="02020603050405020304" pitchFamily="18" charset="0"/>
              </a:rPr>
              <a:t>L </a:t>
            </a:r>
            <a:r>
              <a:rPr lang="en-US" sz="2400" b="0" i="0" dirty="0">
                <a:solidFill>
                  <a:srgbClr val="000000"/>
                </a:solidFill>
                <a:effectLst/>
                <a:latin typeface="Times New Roman" panose="02020603050405020304" pitchFamily="18" charset="0"/>
                <a:cs typeface="Times New Roman" panose="02020603050405020304" pitchFamily="18" charset="0"/>
              </a:rPr>
              <a:t>= 12 m and mass </a:t>
            </a:r>
            <a:r>
              <a:rPr lang="en-US" sz="2400" b="0" i="1" dirty="0">
                <a:solidFill>
                  <a:srgbClr val="000000"/>
                </a:solidFill>
                <a:effectLst/>
                <a:latin typeface="Times New Roman" panose="02020603050405020304" pitchFamily="18" charset="0"/>
                <a:cs typeface="Times New Roman" panose="02020603050405020304" pitchFamily="18" charset="0"/>
              </a:rPr>
              <a:t>m </a:t>
            </a:r>
            <a:r>
              <a:rPr lang="en-US" sz="2400" b="0" i="0" dirty="0">
                <a:solidFill>
                  <a:srgbClr val="000000"/>
                </a:solidFill>
                <a:effectLst/>
                <a:latin typeface="Times New Roman" panose="02020603050405020304" pitchFamily="18" charset="0"/>
                <a:cs typeface="Times New Roman" panose="02020603050405020304" pitchFamily="18" charset="0"/>
              </a:rPr>
              <a:t>= 45 kg leans against a slick wall (that is, there is no friction between the ladder and the wall). The ladder's upper end is at</a:t>
            </a:r>
            <a:br>
              <a:rPr lang="en-US" sz="2400" b="0" i="0" dirty="0">
                <a:solidFill>
                  <a:srgbClr val="000000"/>
                </a:solidFill>
                <a:effectLst/>
                <a:latin typeface="Times New Roman" panose="02020603050405020304" pitchFamily="18" charset="0"/>
                <a:cs typeface="Times New Roman" panose="02020603050405020304" pitchFamily="18" charset="0"/>
              </a:rPr>
            </a:br>
            <a:r>
              <a:rPr lang="en-US" sz="2400" b="0" i="0" dirty="0">
                <a:solidFill>
                  <a:srgbClr val="000000"/>
                </a:solidFill>
                <a:effectLst/>
                <a:latin typeface="Times New Roman" panose="02020603050405020304" pitchFamily="18" charset="0"/>
                <a:cs typeface="Times New Roman" panose="02020603050405020304" pitchFamily="18" charset="0"/>
              </a:rPr>
              <a:t>height </a:t>
            </a:r>
            <a:r>
              <a:rPr lang="en-US" sz="2400" b="0" i="1" dirty="0">
                <a:solidFill>
                  <a:srgbClr val="000000"/>
                </a:solidFill>
                <a:effectLst/>
                <a:latin typeface="Times New Roman" panose="02020603050405020304" pitchFamily="18" charset="0"/>
                <a:cs typeface="Times New Roman" panose="02020603050405020304" pitchFamily="18" charset="0"/>
              </a:rPr>
              <a:t>h </a:t>
            </a:r>
            <a:r>
              <a:rPr lang="en-US" sz="2400" b="0" i="0" dirty="0">
                <a:solidFill>
                  <a:srgbClr val="000000"/>
                </a:solidFill>
                <a:effectLst/>
                <a:latin typeface="Times New Roman" panose="02020603050405020304" pitchFamily="18" charset="0"/>
                <a:cs typeface="Times New Roman" panose="02020603050405020304" pitchFamily="18" charset="0"/>
              </a:rPr>
              <a:t>= 9.3 m above the pavement on which the lower end is supported (the pavement is not frictionless). The ladder's center of mass is </a:t>
            </a:r>
            <a:r>
              <a:rPr lang="en-US" sz="2400" b="0" i="1" dirty="0">
                <a:solidFill>
                  <a:srgbClr val="000000"/>
                </a:solidFill>
                <a:effectLst/>
                <a:latin typeface="Times New Roman" panose="02020603050405020304" pitchFamily="18" charset="0"/>
                <a:cs typeface="Times New Roman" panose="02020603050405020304" pitchFamily="18" charset="0"/>
              </a:rPr>
              <a:t>L/3 </a:t>
            </a:r>
            <a:r>
              <a:rPr lang="en-US" sz="2400" b="0" i="0" dirty="0">
                <a:solidFill>
                  <a:srgbClr val="000000"/>
                </a:solidFill>
                <a:effectLst/>
                <a:latin typeface="Times New Roman" panose="02020603050405020304" pitchFamily="18" charset="0"/>
                <a:cs typeface="Times New Roman" panose="02020603050405020304" pitchFamily="18" charset="0"/>
              </a:rPr>
              <a:t>from the lower end, along the</a:t>
            </a:r>
            <a:br>
              <a:rPr lang="en-US" sz="2400" b="0" i="0" dirty="0">
                <a:solidFill>
                  <a:srgbClr val="000000"/>
                </a:solidFill>
                <a:effectLst/>
                <a:latin typeface="Times New Roman" panose="02020603050405020304" pitchFamily="18" charset="0"/>
                <a:cs typeface="Times New Roman" panose="02020603050405020304" pitchFamily="18" charset="0"/>
              </a:rPr>
            </a:br>
            <a:r>
              <a:rPr lang="en-US" sz="2400" b="0" i="0" dirty="0">
                <a:solidFill>
                  <a:srgbClr val="000000"/>
                </a:solidFill>
                <a:effectLst/>
                <a:latin typeface="Times New Roman" panose="02020603050405020304" pitchFamily="18" charset="0"/>
                <a:cs typeface="Times New Roman" panose="02020603050405020304" pitchFamily="18" charset="0"/>
              </a:rPr>
              <a:t>length of the ladder. A firefighter of mass M = 72 kg climbs the ladder until her center of mass is </a:t>
            </a:r>
            <a:r>
              <a:rPr lang="en-US" sz="2400" b="0" i="1" dirty="0">
                <a:solidFill>
                  <a:srgbClr val="000000"/>
                </a:solidFill>
                <a:effectLst/>
                <a:latin typeface="Times New Roman" panose="02020603050405020304" pitchFamily="18" charset="0"/>
                <a:cs typeface="Times New Roman" panose="02020603050405020304" pitchFamily="18" charset="0"/>
              </a:rPr>
              <a:t>L/2 </a:t>
            </a:r>
            <a:r>
              <a:rPr lang="en-US" sz="2400" b="0" i="0" dirty="0">
                <a:solidFill>
                  <a:srgbClr val="000000"/>
                </a:solidFill>
                <a:effectLst/>
                <a:latin typeface="Times New Roman" panose="02020603050405020304" pitchFamily="18" charset="0"/>
                <a:cs typeface="Times New Roman" panose="02020603050405020304" pitchFamily="18" charset="0"/>
              </a:rPr>
              <a:t>from the lower end. What then are the magnitudes of the forces on the ladder from the wall and the pavement?</a:t>
            </a:r>
            <a:r>
              <a:rPr lang="en-US" sz="2400" dirty="0">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8159BC9C-F484-921D-74A8-20DDBA808697}"/>
              </a:ext>
            </a:extLst>
          </p:cNvPr>
          <p:cNvPicPr>
            <a:picLocks noChangeAspect="1"/>
          </p:cNvPicPr>
          <p:nvPr/>
        </p:nvPicPr>
        <p:blipFill>
          <a:blip r:embed="rId2"/>
          <a:stretch>
            <a:fillRect/>
          </a:stretch>
        </p:blipFill>
        <p:spPr>
          <a:xfrm>
            <a:off x="586090" y="3063134"/>
            <a:ext cx="5141676" cy="3600350"/>
          </a:xfrm>
          <a:prstGeom prst="rect">
            <a:avLst/>
          </a:prstGeom>
        </p:spPr>
      </p:pic>
    </p:spTree>
    <p:extLst>
      <p:ext uri="{BB962C8B-B14F-4D97-AF65-F5344CB8AC3E}">
        <p14:creationId xmlns:p14="http://schemas.microsoft.com/office/powerpoint/2010/main" val="2005369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A66729-B792-5A6D-C4F1-D74451630AF7}"/>
              </a:ext>
            </a:extLst>
          </p:cNvPr>
          <p:cNvPicPr>
            <a:picLocks noChangeAspect="1"/>
          </p:cNvPicPr>
          <p:nvPr/>
        </p:nvPicPr>
        <p:blipFill>
          <a:blip r:embed="rId2"/>
          <a:stretch>
            <a:fillRect/>
          </a:stretch>
        </p:blipFill>
        <p:spPr>
          <a:xfrm>
            <a:off x="3744173" y="0"/>
            <a:ext cx="4703654" cy="6858000"/>
          </a:xfrm>
          <a:prstGeom prst="rect">
            <a:avLst/>
          </a:prstGeom>
        </p:spPr>
      </p:pic>
    </p:spTree>
    <p:extLst>
      <p:ext uri="{BB962C8B-B14F-4D97-AF65-F5344CB8AC3E}">
        <p14:creationId xmlns:p14="http://schemas.microsoft.com/office/powerpoint/2010/main" val="2924051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1A3263-AA48-7A1D-C5A0-3884D666160F}"/>
              </a:ext>
            </a:extLst>
          </p:cNvPr>
          <p:cNvSpPr txBox="1"/>
          <p:nvPr/>
        </p:nvSpPr>
        <p:spPr>
          <a:xfrm>
            <a:off x="596629" y="331006"/>
            <a:ext cx="10687456" cy="2308324"/>
          </a:xfrm>
          <a:prstGeom prst="rect">
            <a:avLst/>
          </a:prstGeom>
          <a:noFill/>
        </p:spPr>
        <p:txBody>
          <a:bodyPr wrap="square">
            <a:spAutoFit/>
          </a:bodyPr>
          <a:lstStyle/>
          <a:p>
            <a:r>
              <a:rPr lang="en-US" sz="2400" b="0" i="0" dirty="0">
                <a:solidFill>
                  <a:srgbClr val="000000"/>
                </a:solidFill>
                <a:effectLst/>
                <a:latin typeface="Times New Roman" panose="02020603050405020304" pitchFamily="18" charset="0"/>
                <a:cs typeface="Times New Roman" panose="02020603050405020304" pitchFamily="18" charset="0"/>
              </a:rPr>
              <a:t>Figure shows a safe (mass </a:t>
            </a:r>
            <a:r>
              <a:rPr lang="en-US" sz="2400" b="0" i="1" dirty="0">
                <a:solidFill>
                  <a:srgbClr val="000000"/>
                </a:solidFill>
                <a:effectLst/>
                <a:latin typeface="Times New Roman" panose="02020603050405020304" pitchFamily="18" charset="0"/>
                <a:cs typeface="Times New Roman" panose="02020603050405020304" pitchFamily="18" charset="0"/>
              </a:rPr>
              <a:t>M </a:t>
            </a:r>
            <a:r>
              <a:rPr lang="en-US" sz="2400" b="0" i="0" dirty="0">
                <a:solidFill>
                  <a:srgbClr val="000000"/>
                </a:solidFill>
                <a:effectLst/>
                <a:latin typeface="Times New Roman" panose="02020603050405020304" pitchFamily="18" charset="0"/>
                <a:cs typeface="Times New Roman" panose="02020603050405020304" pitchFamily="18" charset="0"/>
              </a:rPr>
              <a:t>= 430 kg) hanging by a rope (negligible mass) from a boom </a:t>
            </a:r>
            <a:r>
              <a:rPr lang="en-US" sz="2400" b="0" i="1" dirty="0">
                <a:solidFill>
                  <a:srgbClr val="000000"/>
                </a:solidFill>
                <a:effectLst/>
                <a:latin typeface="Times New Roman" panose="02020603050405020304" pitchFamily="18" charset="0"/>
                <a:cs typeface="Times New Roman" panose="02020603050405020304" pitchFamily="18" charset="0"/>
              </a:rPr>
              <a:t>(a </a:t>
            </a:r>
            <a:r>
              <a:rPr lang="en-US" sz="2400" b="0" i="0" dirty="0">
                <a:solidFill>
                  <a:srgbClr val="000000"/>
                </a:solidFill>
                <a:effectLst/>
                <a:latin typeface="Times New Roman" panose="02020603050405020304" pitchFamily="18" charset="0"/>
                <a:cs typeface="Times New Roman" panose="02020603050405020304" pitchFamily="18" charset="0"/>
              </a:rPr>
              <a:t>= 1.9 m and </a:t>
            </a:r>
            <a:r>
              <a:rPr lang="en-US" sz="2400" b="0" i="1" dirty="0">
                <a:solidFill>
                  <a:srgbClr val="000000"/>
                </a:solidFill>
                <a:effectLst/>
                <a:latin typeface="Times New Roman" panose="02020603050405020304" pitchFamily="18" charset="0"/>
                <a:cs typeface="Times New Roman" panose="02020603050405020304" pitchFamily="18" charset="0"/>
              </a:rPr>
              <a:t>b </a:t>
            </a:r>
            <a:r>
              <a:rPr lang="en-US" sz="2400" b="0" i="0" dirty="0">
                <a:solidFill>
                  <a:srgbClr val="000000"/>
                </a:solidFill>
                <a:effectLst/>
                <a:latin typeface="Times New Roman" panose="02020603050405020304" pitchFamily="18" charset="0"/>
                <a:cs typeface="Times New Roman" panose="02020603050405020304" pitchFamily="18" charset="0"/>
              </a:rPr>
              <a:t>= 2.5 m) that consists of a uniform hinged beam </a:t>
            </a:r>
            <a:r>
              <a:rPr lang="en-US" sz="2400" b="0" i="1" dirty="0">
                <a:solidFill>
                  <a:srgbClr val="000000"/>
                </a:solidFill>
                <a:effectLst/>
                <a:latin typeface="Times New Roman" panose="02020603050405020304" pitchFamily="18" charset="0"/>
                <a:cs typeface="Times New Roman" panose="02020603050405020304" pitchFamily="18" charset="0"/>
              </a:rPr>
              <a:t>(m </a:t>
            </a:r>
            <a:r>
              <a:rPr lang="en-US" sz="2400" b="0" i="0" dirty="0">
                <a:solidFill>
                  <a:srgbClr val="000000"/>
                </a:solidFill>
                <a:effectLst/>
                <a:latin typeface="Times New Roman" panose="02020603050405020304" pitchFamily="18" charset="0"/>
                <a:cs typeface="Times New Roman" panose="02020603050405020304" pitchFamily="18" charset="0"/>
              </a:rPr>
              <a:t>= 85 kg) and horizontal cable (negligible mass). </a:t>
            </a:r>
          </a:p>
          <a:p>
            <a:r>
              <a:rPr lang="en-US" sz="2400" b="0" i="0" dirty="0">
                <a:solidFill>
                  <a:srgbClr val="000000"/>
                </a:solidFill>
                <a:effectLst/>
                <a:latin typeface="Times New Roman" panose="02020603050405020304" pitchFamily="18" charset="0"/>
                <a:cs typeface="Times New Roman" panose="02020603050405020304" pitchFamily="18" charset="0"/>
              </a:rPr>
              <a:t>(a) What is the tension </a:t>
            </a:r>
            <a:r>
              <a:rPr lang="en-US" sz="2400" b="0" i="1" dirty="0">
                <a:solidFill>
                  <a:srgbClr val="000000"/>
                </a:solidFill>
                <a:effectLst/>
                <a:latin typeface="Times New Roman" panose="02020603050405020304" pitchFamily="18" charset="0"/>
                <a:cs typeface="Times New Roman" panose="02020603050405020304" pitchFamily="18" charset="0"/>
              </a:rPr>
              <a:t>Te </a:t>
            </a:r>
            <a:r>
              <a:rPr lang="en-US" sz="2400" b="0" i="0" dirty="0">
                <a:solidFill>
                  <a:srgbClr val="000000"/>
                </a:solidFill>
                <a:effectLst/>
                <a:latin typeface="Times New Roman" panose="02020603050405020304" pitchFamily="18" charset="0"/>
                <a:cs typeface="Times New Roman" panose="02020603050405020304" pitchFamily="18" charset="0"/>
              </a:rPr>
              <a:t>in the cable? </a:t>
            </a:r>
            <a:r>
              <a:rPr lang="en-US" sz="2400" b="1" i="0" dirty="0">
                <a:solidFill>
                  <a:srgbClr val="000000"/>
                </a:solidFill>
                <a:effectLst/>
                <a:latin typeface="Times New Roman" panose="02020603050405020304" pitchFamily="18" charset="0"/>
                <a:cs typeface="Times New Roman" panose="02020603050405020304" pitchFamily="18" charset="0"/>
              </a:rPr>
              <a:t>In </a:t>
            </a:r>
            <a:r>
              <a:rPr lang="en-US" sz="2400" b="0" i="0" dirty="0">
                <a:solidFill>
                  <a:srgbClr val="000000"/>
                </a:solidFill>
                <a:effectLst/>
                <a:latin typeface="Times New Roman" panose="02020603050405020304" pitchFamily="18" charset="0"/>
                <a:cs typeface="Times New Roman" panose="02020603050405020304" pitchFamily="18" charset="0"/>
              </a:rPr>
              <a:t>other words, what is the magnitude of the force </a:t>
            </a:r>
            <a:r>
              <a:rPr lang="en-US" sz="2400" b="0" i="1" dirty="0">
                <a:solidFill>
                  <a:srgbClr val="000000"/>
                </a:solidFill>
                <a:effectLst/>
                <a:latin typeface="Times New Roman" panose="02020603050405020304" pitchFamily="18" charset="0"/>
                <a:cs typeface="Times New Roman" panose="02020603050405020304" pitchFamily="18" charset="0"/>
              </a:rPr>
              <a:t>Te </a:t>
            </a:r>
            <a:r>
              <a:rPr lang="en-US" sz="2400" b="0" i="0" dirty="0">
                <a:solidFill>
                  <a:srgbClr val="000000"/>
                </a:solidFill>
                <a:effectLst/>
                <a:latin typeface="Times New Roman" panose="02020603050405020304" pitchFamily="18" charset="0"/>
                <a:cs typeface="Times New Roman" panose="02020603050405020304" pitchFamily="18" charset="0"/>
              </a:rPr>
              <a:t>on the beam from the cable?</a:t>
            </a:r>
          </a:p>
          <a:p>
            <a:r>
              <a:rPr lang="en-US" sz="2400" dirty="0">
                <a:latin typeface="Times New Roman" panose="02020603050405020304" pitchFamily="18" charset="0"/>
                <a:cs typeface="Times New Roman" panose="02020603050405020304" pitchFamily="18" charset="0"/>
              </a:rPr>
              <a:t> </a:t>
            </a:r>
            <a:r>
              <a:rPr lang="en-US" sz="2400" b="0" i="0" dirty="0">
                <a:solidFill>
                  <a:srgbClr val="000000"/>
                </a:solidFill>
                <a:effectLst/>
                <a:latin typeface="Times New Roman" panose="02020603050405020304" pitchFamily="18" charset="0"/>
                <a:cs typeface="Times New Roman" panose="02020603050405020304" pitchFamily="18" charset="0"/>
              </a:rPr>
              <a:t>(b) Find the magnitude </a:t>
            </a:r>
            <a:r>
              <a:rPr lang="en-US" sz="2400" b="0" i="1" dirty="0">
                <a:solidFill>
                  <a:srgbClr val="000000"/>
                </a:solidFill>
                <a:effectLst/>
                <a:latin typeface="Times New Roman" panose="02020603050405020304" pitchFamily="18" charset="0"/>
                <a:cs typeface="Times New Roman" panose="02020603050405020304" pitchFamily="18" charset="0"/>
              </a:rPr>
              <a:t>F </a:t>
            </a:r>
            <a:r>
              <a:rPr lang="en-US" sz="2400" b="0" i="0" dirty="0">
                <a:solidFill>
                  <a:srgbClr val="000000"/>
                </a:solidFill>
                <a:effectLst/>
                <a:latin typeface="Times New Roman" panose="02020603050405020304" pitchFamily="18" charset="0"/>
                <a:cs typeface="Times New Roman" panose="02020603050405020304" pitchFamily="18" charset="0"/>
              </a:rPr>
              <a:t>of the net force on the beam from the hinge.</a:t>
            </a:r>
            <a:endParaRPr lang="en-US" dirty="0"/>
          </a:p>
        </p:txBody>
      </p:sp>
      <p:pic>
        <p:nvPicPr>
          <p:cNvPr id="5" name="Picture 4">
            <a:extLst>
              <a:ext uri="{FF2B5EF4-FFF2-40B4-BE49-F238E27FC236}">
                <a16:creationId xmlns:a16="http://schemas.microsoft.com/office/drawing/2014/main" id="{CFA6A1B9-83E5-85FE-3E78-CC3AE9D667C5}"/>
              </a:ext>
            </a:extLst>
          </p:cNvPr>
          <p:cNvPicPr>
            <a:picLocks noChangeAspect="1"/>
          </p:cNvPicPr>
          <p:nvPr/>
        </p:nvPicPr>
        <p:blipFill>
          <a:blip r:embed="rId2"/>
          <a:stretch>
            <a:fillRect/>
          </a:stretch>
        </p:blipFill>
        <p:spPr>
          <a:xfrm>
            <a:off x="1489446" y="3165644"/>
            <a:ext cx="3609975" cy="3133725"/>
          </a:xfrm>
          <a:prstGeom prst="rect">
            <a:avLst/>
          </a:prstGeom>
        </p:spPr>
      </p:pic>
      <p:pic>
        <p:nvPicPr>
          <p:cNvPr id="7" name="Picture 6">
            <a:extLst>
              <a:ext uri="{FF2B5EF4-FFF2-40B4-BE49-F238E27FC236}">
                <a16:creationId xmlns:a16="http://schemas.microsoft.com/office/drawing/2014/main" id="{3D5D7345-62AE-15D8-E731-4081E32DBD0F}"/>
              </a:ext>
            </a:extLst>
          </p:cNvPr>
          <p:cNvPicPr>
            <a:picLocks noChangeAspect="1"/>
          </p:cNvPicPr>
          <p:nvPr/>
        </p:nvPicPr>
        <p:blipFill>
          <a:blip r:embed="rId3"/>
          <a:stretch>
            <a:fillRect/>
          </a:stretch>
        </p:blipFill>
        <p:spPr>
          <a:xfrm>
            <a:off x="6416914" y="3165644"/>
            <a:ext cx="3609974" cy="2815117"/>
          </a:xfrm>
          <a:prstGeom prst="rect">
            <a:avLst/>
          </a:prstGeom>
        </p:spPr>
      </p:pic>
    </p:spTree>
    <p:extLst>
      <p:ext uri="{BB962C8B-B14F-4D97-AF65-F5344CB8AC3E}">
        <p14:creationId xmlns:p14="http://schemas.microsoft.com/office/powerpoint/2010/main" val="349047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41196C3-9E50-F51A-3304-D2A8E9404ABD}"/>
              </a:ext>
            </a:extLst>
          </p:cNvPr>
          <p:cNvGrpSpPr/>
          <p:nvPr/>
        </p:nvGrpSpPr>
        <p:grpSpPr>
          <a:xfrm>
            <a:off x="754400" y="1370282"/>
            <a:ext cx="10828506" cy="4591050"/>
            <a:chOff x="754400" y="1370282"/>
            <a:chExt cx="10828506" cy="4591050"/>
          </a:xfrm>
        </p:grpSpPr>
        <p:pic>
          <p:nvPicPr>
            <p:cNvPr id="3" name="Picture 2">
              <a:extLst>
                <a:ext uri="{FF2B5EF4-FFF2-40B4-BE49-F238E27FC236}">
                  <a16:creationId xmlns:a16="http://schemas.microsoft.com/office/drawing/2014/main" id="{DD831708-5D3D-5268-4790-D5FE35884295}"/>
                </a:ext>
              </a:extLst>
            </p:cNvPr>
            <p:cNvPicPr>
              <a:picLocks noChangeAspect="1"/>
            </p:cNvPicPr>
            <p:nvPr/>
          </p:nvPicPr>
          <p:blipFill>
            <a:blip r:embed="rId2"/>
            <a:stretch>
              <a:fillRect/>
            </a:stretch>
          </p:blipFill>
          <p:spPr>
            <a:xfrm>
              <a:off x="754400" y="1370282"/>
              <a:ext cx="4924425" cy="2619375"/>
            </a:xfrm>
            <a:prstGeom prst="rect">
              <a:avLst/>
            </a:prstGeom>
          </p:spPr>
        </p:pic>
        <p:pic>
          <p:nvPicPr>
            <p:cNvPr id="5" name="Picture 4">
              <a:extLst>
                <a:ext uri="{FF2B5EF4-FFF2-40B4-BE49-F238E27FC236}">
                  <a16:creationId xmlns:a16="http://schemas.microsoft.com/office/drawing/2014/main" id="{DE7512EB-7358-4710-2889-ADE5124DD24B}"/>
                </a:ext>
              </a:extLst>
            </p:cNvPr>
            <p:cNvPicPr>
              <a:picLocks noChangeAspect="1"/>
            </p:cNvPicPr>
            <p:nvPr/>
          </p:nvPicPr>
          <p:blipFill>
            <a:blip r:embed="rId3"/>
            <a:stretch>
              <a:fillRect/>
            </a:stretch>
          </p:blipFill>
          <p:spPr>
            <a:xfrm>
              <a:off x="6601331" y="1370282"/>
              <a:ext cx="4981575" cy="4591050"/>
            </a:xfrm>
            <a:prstGeom prst="rect">
              <a:avLst/>
            </a:prstGeom>
          </p:spPr>
        </p:pic>
      </p:grpSp>
    </p:spTree>
    <p:extLst>
      <p:ext uri="{BB962C8B-B14F-4D97-AF65-F5344CB8AC3E}">
        <p14:creationId xmlns:p14="http://schemas.microsoft.com/office/powerpoint/2010/main" val="2002861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96581A-4481-39F7-7899-D544F276835C}"/>
              </a:ext>
            </a:extLst>
          </p:cNvPr>
          <p:cNvSpPr txBox="1"/>
          <p:nvPr/>
        </p:nvSpPr>
        <p:spPr>
          <a:xfrm>
            <a:off x="556907" y="443526"/>
            <a:ext cx="10328343" cy="1200329"/>
          </a:xfrm>
          <a:prstGeom prst="rect">
            <a:avLst/>
          </a:prstGeom>
          <a:noFill/>
        </p:spPr>
        <p:txBody>
          <a:bodyPr wrap="square">
            <a:spAutoFit/>
          </a:bodyPr>
          <a:lstStyle/>
          <a:p>
            <a:r>
              <a:rPr lang="en-US" sz="2400" b="0" i="0" dirty="0">
                <a:solidFill>
                  <a:srgbClr val="000000"/>
                </a:solidFill>
                <a:effectLst/>
                <a:latin typeface="Times New Roman" panose="02020603050405020304" pitchFamily="18" charset="0"/>
                <a:cs typeface="Times New Roman" panose="02020603050405020304" pitchFamily="18" charset="0"/>
              </a:rPr>
              <a:t>In Fig.</a:t>
            </a:r>
            <a:r>
              <a:rPr lang="en-US" sz="2400" b="0" i="1" dirty="0">
                <a:solidFill>
                  <a:srgbClr val="000000"/>
                </a:solidFill>
                <a:effectLst/>
                <a:latin typeface="Times New Roman" panose="02020603050405020304" pitchFamily="18" charset="0"/>
                <a:cs typeface="Times New Roman" panose="02020603050405020304" pitchFamily="18" charset="0"/>
              </a:rPr>
              <a:t>, </a:t>
            </a:r>
            <a:r>
              <a:rPr lang="en-US" sz="2400" b="0" i="0" dirty="0">
                <a:solidFill>
                  <a:srgbClr val="000000"/>
                </a:solidFill>
                <a:effectLst/>
                <a:latin typeface="Times New Roman" panose="02020603050405020304" pitchFamily="18" charset="0"/>
                <a:cs typeface="Times New Roman" panose="02020603050405020304" pitchFamily="18" charset="0"/>
              </a:rPr>
              <a:t>a uniform beam, of length </a:t>
            </a:r>
            <a:r>
              <a:rPr lang="en-US" sz="2400" b="0" i="1" dirty="0">
                <a:solidFill>
                  <a:srgbClr val="000000"/>
                </a:solidFill>
                <a:effectLst/>
                <a:latin typeface="Times New Roman" panose="02020603050405020304" pitchFamily="18" charset="0"/>
                <a:cs typeface="Times New Roman" panose="02020603050405020304" pitchFamily="18" charset="0"/>
              </a:rPr>
              <a:t>L </a:t>
            </a:r>
            <a:r>
              <a:rPr lang="en-US" sz="2400" b="0" i="0" dirty="0">
                <a:solidFill>
                  <a:srgbClr val="000000"/>
                </a:solidFill>
                <a:effectLst/>
                <a:latin typeface="Times New Roman" panose="02020603050405020304" pitchFamily="18" charset="0"/>
                <a:cs typeface="Times New Roman" panose="02020603050405020304" pitchFamily="18" charset="0"/>
              </a:rPr>
              <a:t>and mass </a:t>
            </a:r>
            <a:r>
              <a:rPr lang="en-US" sz="2400" b="0" i="1" dirty="0">
                <a:solidFill>
                  <a:srgbClr val="000000"/>
                </a:solidFill>
                <a:effectLst/>
                <a:latin typeface="Times New Roman" panose="02020603050405020304" pitchFamily="18" charset="0"/>
                <a:cs typeface="Times New Roman" panose="02020603050405020304" pitchFamily="18" charset="0"/>
              </a:rPr>
              <a:t>m </a:t>
            </a:r>
            <a:r>
              <a:rPr lang="en-US" sz="2400" b="0" i="0" dirty="0">
                <a:solidFill>
                  <a:srgbClr val="000000"/>
                </a:solidFill>
                <a:effectLst/>
                <a:latin typeface="Times New Roman" panose="02020603050405020304" pitchFamily="18" charset="0"/>
                <a:cs typeface="Times New Roman" panose="02020603050405020304" pitchFamily="18" charset="0"/>
              </a:rPr>
              <a:t>= 1.8 kg, is at rest on two scales. A uniform block, with mass </a:t>
            </a:r>
            <a:r>
              <a:rPr lang="en-US" sz="2400" b="0" i="1" dirty="0">
                <a:solidFill>
                  <a:srgbClr val="000000"/>
                </a:solidFill>
                <a:effectLst/>
                <a:latin typeface="Times New Roman" panose="02020603050405020304" pitchFamily="18" charset="0"/>
                <a:cs typeface="Times New Roman" panose="02020603050405020304" pitchFamily="18" charset="0"/>
              </a:rPr>
              <a:t>M </a:t>
            </a:r>
            <a:r>
              <a:rPr lang="en-US" sz="2400" b="0" i="0" dirty="0">
                <a:solidFill>
                  <a:srgbClr val="000000"/>
                </a:solidFill>
                <a:effectLst/>
                <a:latin typeface="Times New Roman" panose="02020603050405020304" pitchFamily="18" charset="0"/>
                <a:cs typeface="Times New Roman" panose="02020603050405020304" pitchFamily="18" charset="0"/>
              </a:rPr>
              <a:t>= 2.7 kg, is at rest on the beam, with its center a distance </a:t>
            </a:r>
            <a:r>
              <a:rPr lang="en-US" sz="2400" b="0" i="1" dirty="0">
                <a:solidFill>
                  <a:srgbClr val="000000"/>
                </a:solidFill>
                <a:effectLst/>
                <a:latin typeface="Times New Roman" panose="02020603050405020304" pitchFamily="18" charset="0"/>
                <a:cs typeface="Times New Roman" panose="02020603050405020304" pitchFamily="18" charset="0"/>
              </a:rPr>
              <a:t>L/4 </a:t>
            </a:r>
            <a:r>
              <a:rPr lang="en-US" sz="2400" b="0" i="0" dirty="0">
                <a:solidFill>
                  <a:srgbClr val="000000"/>
                </a:solidFill>
                <a:effectLst/>
                <a:latin typeface="Times New Roman" panose="02020603050405020304" pitchFamily="18" charset="0"/>
                <a:cs typeface="Times New Roman" panose="02020603050405020304" pitchFamily="18" charset="0"/>
              </a:rPr>
              <a:t>from the beam's left end. What do the scales read?</a:t>
            </a:r>
            <a:r>
              <a:rPr lang="en-US" sz="24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A77C967F-E767-9527-CD11-D54E9C9175AC}"/>
              </a:ext>
            </a:extLst>
          </p:cNvPr>
          <p:cNvPicPr>
            <a:picLocks noChangeAspect="1"/>
          </p:cNvPicPr>
          <p:nvPr/>
        </p:nvPicPr>
        <p:blipFill>
          <a:blip r:embed="rId2"/>
          <a:stretch>
            <a:fillRect/>
          </a:stretch>
        </p:blipFill>
        <p:spPr>
          <a:xfrm>
            <a:off x="134464" y="1643855"/>
            <a:ext cx="4257675" cy="1800225"/>
          </a:xfrm>
          <a:prstGeom prst="rect">
            <a:avLst/>
          </a:prstGeom>
        </p:spPr>
      </p:pic>
      <p:grpSp>
        <p:nvGrpSpPr>
          <p:cNvPr id="10" name="Group 9">
            <a:extLst>
              <a:ext uri="{FF2B5EF4-FFF2-40B4-BE49-F238E27FC236}">
                <a16:creationId xmlns:a16="http://schemas.microsoft.com/office/drawing/2014/main" id="{7AF7EFF1-15FE-6322-03D7-91D8BEBD1E07}"/>
              </a:ext>
            </a:extLst>
          </p:cNvPr>
          <p:cNvGrpSpPr/>
          <p:nvPr/>
        </p:nvGrpSpPr>
        <p:grpSpPr>
          <a:xfrm>
            <a:off x="4850150" y="2005804"/>
            <a:ext cx="4992722" cy="4173893"/>
            <a:chOff x="4850150" y="2005804"/>
            <a:chExt cx="4992722" cy="4173893"/>
          </a:xfrm>
        </p:grpSpPr>
        <p:pic>
          <p:nvPicPr>
            <p:cNvPr id="7" name="Picture 6">
              <a:extLst>
                <a:ext uri="{FF2B5EF4-FFF2-40B4-BE49-F238E27FC236}">
                  <a16:creationId xmlns:a16="http://schemas.microsoft.com/office/drawing/2014/main" id="{67903B6B-E199-5A8A-38C8-E0CB404557E1}"/>
                </a:ext>
              </a:extLst>
            </p:cNvPr>
            <p:cNvPicPr>
              <a:picLocks noChangeAspect="1"/>
            </p:cNvPicPr>
            <p:nvPr/>
          </p:nvPicPr>
          <p:blipFill>
            <a:blip r:embed="rId3"/>
            <a:stretch>
              <a:fillRect/>
            </a:stretch>
          </p:blipFill>
          <p:spPr>
            <a:xfrm>
              <a:off x="4975597" y="2005804"/>
              <a:ext cx="4867275" cy="1076325"/>
            </a:xfrm>
            <a:prstGeom prst="rect">
              <a:avLst/>
            </a:prstGeom>
          </p:spPr>
        </p:pic>
        <p:pic>
          <p:nvPicPr>
            <p:cNvPr id="9" name="Picture 8">
              <a:extLst>
                <a:ext uri="{FF2B5EF4-FFF2-40B4-BE49-F238E27FC236}">
                  <a16:creationId xmlns:a16="http://schemas.microsoft.com/office/drawing/2014/main" id="{BAC6B75E-26AD-ED3B-6EA0-0122F1188E44}"/>
                </a:ext>
              </a:extLst>
            </p:cNvPr>
            <p:cNvPicPr>
              <a:picLocks noChangeAspect="1"/>
            </p:cNvPicPr>
            <p:nvPr/>
          </p:nvPicPr>
          <p:blipFill>
            <a:blip r:embed="rId4"/>
            <a:stretch>
              <a:fillRect/>
            </a:stretch>
          </p:blipFill>
          <p:spPr>
            <a:xfrm>
              <a:off x="4850150" y="3226947"/>
              <a:ext cx="4962525" cy="2952750"/>
            </a:xfrm>
            <a:prstGeom prst="rect">
              <a:avLst/>
            </a:prstGeom>
          </p:spPr>
        </p:pic>
      </p:grpSp>
    </p:spTree>
    <p:extLst>
      <p:ext uri="{BB962C8B-B14F-4D97-AF65-F5344CB8AC3E}">
        <p14:creationId xmlns:p14="http://schemas.microsoft.com/office/powerpoint/2010/main" val="1881366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A177DE-8193-4BDE-F492-91FF1FBE4F11}"/>
              </a:ext>
            </a:extLst>
          </p:cNvPr>
          <p:cNvPicPr>
            <a:picLocks noChangeAspect="1"/>
          </p:cNvPicPr>
          <p:nvPr/>
        </p:nvPicPr>
        <p:blipFill>
          <a:blip r:embed="rId2"/>
          <a:stretch>
            <a:fillRect/>
          </a:stretch>
        </p:blipFill>
        <p:spPr>
          <a:xfrm>
            <a:off x="3519949" y="1518206"/>
            <a:ext cx="4318819" cy="3821587"/>
          </a:xfrm>
          <a:prstGeom prst="rect">
            <a:avLst/>
          </a:prstGeom>
        </p:spPr>
      </p:pic>
    </p:spTree>
    <p:extLst>
      <p:ext uri="{BB962C8B-B14F-4D97-AF65-F5344CB8AC3E}">
        <p14:creationId xmlns:p14="http://schemas.microsoft.com/office/powerpoint/2010/main" val="317694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F406DB3-87AE-2650-DFD6-F5BB3F38EB49}"/>
                  </a:ext>
                </a:extLst>
              </p:cNvPr>
              <p:cNvSpPr txBox="1"/>
              <p:nvPr/>
            </p:nvSpPr>
            <p:spPr>
              <a:xfrm>
                <a:off x="635507" y="276146"/>
                <a:ext cx="10920985" cy="156966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One end of a steel rod of radius R=9.5 mm and length L=81 cm is held in vise. A force of magnitude F=62 </a:t>
                </a:r>
                <a:r>
                  <a:rPr lang="en-US" sz="2400" dirty="0" err="1">
                    <a:latin typeface="Times New Roman" panose="02020603050405020304" pitchFamily="18" charset="0"/>
                    <a:cs typeface="Times New Roman" panose="02020603050405020304" pitchFamily="18" charset="0"/>
                  </a:rPr>
                  <a:t>kN</a:t>
                </a:r>
                <a:r>
                  <a:rPr lang="en-US" sz="2400" dirty="0">
                    <a:latin typeface="Times New Roman" panose="02020603050405020304" pitchFamily="18" charset="0"/>
                    <a:cs typeface="Times New Roman" panose="02020603050405020304" pitchFamily="18" charset="0"/>
                  </a:rPr>
                  <a:t> is then applied perpendicularly to the end face (uniformly across the area) at the other end, pulling directly away from the vise. What are the stress on the rod and the elongation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𝐿</m:t>
                    </m:r>
                  </m:oMath>
                </a14:m>
                <a:r>
                  <a:rPr lang="en-US" sz="2400" dirty="0">
                    <a:latin typeface="Times New Roman" panose="02020603050405020304" pitchFamily="18" charset="0"/>
                    <a:cs typeface="Times New Roman" panose="02020603050405020304" pitchFamily="18" charset="0"/>
                  </a:rPr>
                  <a:t> and strain of the rod?</a:t>
                </a:r>
              </a:p>
            </p:txBody>
          </p:sp>
        </mc:Choice>
        <mc:Fallback>
          <p:sp>
            <p:nvSpPr>
              <p:cNvPr id="6" name="TextBox 5">
                <a:extLst>
                  <a:ext uri="{FF2B5EF4-FFF2-40B4-BE49-F238E27FC236}">
                    <a16:creationId xmlns:a16="http://schemas.microsoft.com/office/drawing/2014/main" id="{8F406DB3-87AE-2650-DFD6-F5BB3F38EB49}"/>
                  </a:ext>
                </a:extLst>
              </p:cNvPr>
              <p:cNvSpPr txBox="1">
                <a:spLocks noRot="1" noChangeAspect="1" noMove="1" noResize="1" noEditPoints="1" noAdjustHandles="1" noChangeArrowheads="1" noChangeShapeType="1" noTextEdit="1"/>
              </p:cNvSpPr>
              <p:nvPr/>
            </p:nvSpPr>
            <p:spPr>
              <a:xfrm>
                <a:off x="635507" y="276146"/>
                <a:ext cx="10920985" cy="1569660"/>
              </a:xfrm>
              <a:prstGeom prst="rect">
                <a:avLst/>
              </a:prstGeom>
              <a:blipFill>
                <a:blip r:embed="rId2"/>
                <a:stretch>
                  <a:fillRect l="-837" t="-3101" r="-1395" b="-7752"/>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7A982973-6271-3CC4-676A-BC579B4BBD25}"/>
              </a:ext>
            </a:extLst>
          </p:cNvPr>
          <p:cNvPicPr>
            <a:picLocks noChangeAspect="1"/>
          </p:cNvPicPr>
          <p:nvPr/>
        </p:nvPicPr>
        <p:blipFill>
          <a:blip r:embed="rId3"/>
          <a:stretch>
            <a:fillRect/>
          </a:stretch>
        </p:blipFill>
        <p:spPr>
          <a:xfrm>
            <a:off x="3513564" y="1991721"/>
            <a:ext cx="5866129" cy="4506356"/>
          </a:xfrm>
          <a:prstGeom prst="rect">
            <a:avLst/>
          </a:prstGeom>
        </p:spPr>
      </p:pic>
    </p:spTree>
    <p:extLst>
      <p:ext uri="{BB962C8B-B14F-4D97-AF65-F5344CB8AC3E}">
        <p14:creationId xmlns:p14="http://schemas.microsoft.com/office/powerpoint/2010/main" val="2816345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373</Words>
  <Application>Microsoft Office PowerPoint</Application>
  <PresentationFormat>Widescreen</PresentationFormat>
  <Paragraphs>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akabir</dc:creator>
  <cp:lastModifiedBy>akabir</cp:lastModifiedBy>
  <cp:revision>4</cp:revision>
  <dcterms:created xsi:type="dcterms:W3CDTF">2025-03-19T16:49:42Z</dcterms:created>
  <dcterms:modified xsi:type="dcterms:W3CDTF">2025-03-19T17:14:05Z</dcterms:modified>
</cp:coreProperties>
</file>
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20"/>
  </p:normalViewPr>
  <p:slideViewPr>
    <p:cSldViewPr snapToGrid="0">
      <p:cViewPr>
        <p:scale>
          <a:sx n="88" d="100"/>
          <a:sy n="88" d="100"/>
        </p:scale>
        <p:origin x="31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3848-D698-A7E2-9235-98EC093D5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0791F-6D3C-C97B-FF71-4F228BAA4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FA856-2715-EDB4-C290-99384D9D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21722-9BA1-CF2C-9489-6078FA04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898F4-A4A9-A98F-AE89-138F1C6C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464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2961-9625-69D1-CAF7-96B1A3BA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942CD-7130-14FA-A4D2-C5D693D0F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11A3-AE8B-A999-077B-F2F06A02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86532-37B3-F8D7-2F9A-76A3F3C3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4F7A-1B7E-8148-1F61-658905D5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642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E3E7-2A78-E1E2-92E5-573BBDF5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3BE0-C433-A456-4969-55BE0C451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F80C4-8338-E98C-019B-6A84E319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0D575-34C1-FD31-AA52-25CA5DB8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0273-8E5C-EF1C-20AD-05C795D2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52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7282-F603-98C3-2680-484A4573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B81DB-DA45-DF11-A89E-A9E4210C5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700E8-FB05-86A8-EE42-11CBEC280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8405B-29BC-B011-B75E-515579A6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B6EC9-16CE-0507-0BFA-B540D591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19F5B-0447-D141-8F71-5E47E239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8095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06C3-B2F2-4EF8-56A2-2E37EB30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DF379-0480-FF0E-82AD-08390FF15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D3CA8-1CF2-A3BA-9653-E9634EF28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8FF2CC-9F8A-8BCA-026E-6BD0EBB94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56818-A24F-401B-1B43-762F0626C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CFE09-5FDB-8F54-6D86-D4D4EC34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35685-FC0F-F488-14F7-B5F1841E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F0A5E-781A-9D6E-138B-4E3C6E57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40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FDC3-8B45-686C-0DC7-70A5EEF4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BF92C-3770-6D82-7BA2-217A7215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442C6-16AB-835D-F6C2-905C6F62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2A45A-1A8C-BC52-6064-2FE982FF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456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AB862-3270-CE9E-E8A1-1855FD0E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B3D9B-4CC9-4E85-E29D-B95CD17B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FD495-672B-D0E4-A157-8F7B32EF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600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7734-22FD-4C7A-A3C5-F7EB7FE62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6FAC-7F10-06BD-0326-786E03969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42E1-BA64-1124-3369-468737C7A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61DB9-5181-3F5E-DE8B-546D3A31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EB8FE-9DF2-5E58-6A5B-298B32DAE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6A0AE-F8EE-DAFB-B5A9-2CDD109B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340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91F3-3658-FA38-3E6A-9F40D457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F50EA-44CD-3D8F-C0EF-24B954789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5F384-D81D-1570-07D1-CEFFE149A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BBFD4-F8C1-641A-FF5C-DD83BE6F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F2582-E374-6CC1-AC84-110C4FB8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47ED0-3492-9434-EB9A-559525F9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808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2D5B-25EF-AA43-EE7E-4E054D27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48CFE-741B-DCD7-8806-8D3F72323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6FED7-5C9E-31E3-152E-4DECC536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2413A-CE71-4A4A-2EEC-DD44B9B3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C99A6-4A10-9F88-3152-1B452DF1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334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99818-1CA9-374E-3962-36FBF590B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8E72F-020C-4240-438A-15FEF356D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05D15-E614-07AF-B82E-D54CBD4A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E948-354A-4A87-1245-624B75F6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452D2-8388-0AA7-08E7-14A3D9EF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89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51069-A499-505A-637E-00D37F50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EC937-D988-63AE-2E1D-08EE3875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15B1-E456-15BE-0319-227B78B42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1B169-B721-4D43-92A7-0326ADF3F74A}" type="datetimeFigureOut">
              <a:rPr lang="en-CA" smtClean="0"/>
              <a:t>2025-07-06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12941-6E14-2CA2-8972-AAD322266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0E43-57A3-7F7C-0F03-3DF429A34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861C6-150D-43DC-A4F4-8A3AC37CD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357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0C9A-85FF-BFFE-1AEF-5B91BB838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Decision Making in a Political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8EBF8-2FE0-7F56-8C94-741EA32F7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David Easton’s System Theory</a:t>
            </a:r>
          </a:p>
        </p:txBody>
      </p:sp>
    </p:spTree>
    <p:extLst>
      <p:ext uri="{BB962C8B-B14F-4D97-AF65-F5344CB8AC3E}">
        <p14:creationId xmlns:p14="http://schemas.microsoft.com/office/powerpoint/2010/main" val="255764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90DD-1098-0559-A505-22F329EE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System Theory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1B9AF9-237A-326D-C5F9-54E1FEBC21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19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AE06-2757-EA80-8623-41001658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 Political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FF67-32F5-2294-2A06-F0E78FF2B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 According to David Easton </a:t>
            </a:r>
          </a:p>
          <a:p>
            <a:pPr lvl="1"/>
            <a:r>
              <a:rPr lang="en-CA" dirty="0"/>
              <a:t>A political system is a subsystem of the society which is concerned with the authoritative allocation of values</a:t>
            </a:r>
          </a:p>
          <a:p>
            <a:pPr lvl="1"/>
            <a:r>
              <a:rPr lang="en-CA" dirty="0"/>
              <a:t>A system involves the interrelations of individual components</a:t>
            </a:r>
          </a:p>
          <a:p>
            <a:pPr lvl="1"/>
            <a:r>
              <a:rPr lang="en-CA" dirty="0"/>
              <a:t>A political system is constituted by interactions that lead to the authoritative allocation of values</a:t>
            </a:r>
          </a:p>
          <a:p>
            <a:pPr lvl="2"/>
            <a:r>
              <a:rPr lang="en-CA" dirty="0"/>
              <a:t>Ex. material values such as financial or symbolic values such as prestige and recognition </a:t>
            </a:r>
          </a:p>
          <a:p>
            <a:pPr lvl="1"/>
            <a:r>
              <a:rPr lang="en-CA" dirty="0"/>
              <a:t>A political system exists in an environment: internal and external or intersocietal or extra societal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207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27D5-4A6A-8918-3C04-D3986EBE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System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8B316-BE0F-0034-C1AA-660FEA72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key principle behind the system analysis is equilibrium</a:t>
            </a:r>
          </a:p>
          <a:p>
            <a:r>
              <a:rPr lang="en-CA" dirty="0"/>
              <a:t>At the heart of this equilibrium are input and output mechanisms  </a:t>
            </a:r>
          </a:p>
        </p:txBody>
      </p:sp>
    </p:spTree>
    <p:extLst>
      <p:ext uri="{BB962C8B-B14F-4D97-AF65-F5344CB8AC3E}">
        <p14:creationId xmlns:p14="http://schemas.microsoft.com/office/powerpoint/2010/main" val="84821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5739-EB6B-D055-B9D5-DCD05050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Components  of a Political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331D7-9BFA-F675-77F8-185A165CE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political system is comprised of a governmental system</a:t>
            </a:r>
          </a:p>
          <a:p>
            <a:r>
              <a:rPr lang="en-CA" dirty="0"/>
              <a:t>Legislature: Rule making</a:t>
            </a:r>
          </a:p>
          <a:p>
            <a:r>
              <a:rPr lang="en-CA" dirty="0"/>
              <a:t>Executive: Rule application</a:t>
            </a:r>
          </a:p>
          <a:p>
            <a:r>
              <a:rPr lang="en-CA" dirty="0"/>
              <a:t>Judiciary: Rule adjudication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581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C9AC-062D-0C39-2472-DF8C3BE8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 How a political system works?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5C7BE-14E6-8853-7B45-3EC3A108F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Input:  </a:t>
            </a:r>
            <a:r>
              <a:rPr lang="en-CA" dirty="0"/>
              <a:t>Demand and support</a:t>
            </a:r>
          </a:p>
          <a:p>
            <a:r>
              <a:rPr lang="en-CA" b="1" dirty="0"/>
              <a:t>Demand</a:t>
            </a:r>
            <a:r>
              <a:rPr lang="en-CA" dirty="0"/>
              <a:t>: claims for money, service, recognition, moral values, etc. Political systems need to filter demands and select worthy ones. </a:t>
            </a:r>
          </a:p>
          <a:p>
            <a:r>
              <a:rPr lang="en-CA" dirty="0"/>
              <a:t>Demands originate within internal environment</a:t>
            </a:r>
          </a:p>
          <a:p>
            <a:r>
              <a:rPr lang="en-CA" dirty="0"/>
              <a:t>Supports are the input of loyalty to the system </a:t>
            </a:r>
          </a:p>
          <a:p>
            <a:r>
              <a:rPr lang="en-CA" dirty="0"/>
              <a:t>Support involves votes, paying taxes, maintaining law and order etc.</a:t>
            </a:r>
          </a:p>
          <a:p>
            <a:r>
              <a:rPr lang="en-CA" dirty="0"/>
              <a:t>Support originates  from both internal and external environments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826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C0EB-280A-EBBA-509B-BCB547AF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36BAE-1719-2908-E410-67ABC828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 </a:t>
            </a:r>
            <a:r>
              <a:rPr lang="en-CA" b="1" dirty="0"/>
              <a:t>Output:</a:t>
            </a:r>
          </a:p>
          <a:p>
            <a:r>
              <a:rPr lang="en-CA" dirty="0"/>
              <a:t>Political decisions/ actions by the government or policies of political authorities 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  </a:t>
            </a:r>
            <a:r>
              <a:rPr lang="en-CA" b="1" dirty="0"/>
              <a:t>Feedback:  </a:t>
            </a:r>
            <a:r>
              <a:rPr lang="en-CA" dirty="0"/>
              <a:t>when decisions are considered  satisfactory by the society or citizens,  they come back to the input as support to the government   </a:t>
            </a:r>
          </a:p>
          <a:p>
            <a:endParaRPr lang="en-CA" dirty="0"/>
          </a:p>
          <a:p>
            <a:r>
              <a:rPr lang="en-CA" dirty="0"/>
              <a:t>When they are considered unsatisfactory  by citizens or society,  they come back to the demand side  of the inputs 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922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277</Words>
  <Application>Microsoft Macintosh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Decision Making in a Political System</vt:lpstr>
      <vt:lpstr>System Theory</vt:lpstr>
      <vt:lpstr>What is a Political System</vt:lpstr>
      <vt:lpstr>System Theory</vt:lpstr>
      <vt:lpstr>Components  of a Political System</vt:lpstr>
      <vt:lpstr> How a political system works? </vt:lpstr>
      <vt:lpstr>Political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 in a Political System</dc:title>
  <dc:creator>Zaglul Haider</dc:creator>
  <cp:lastModifiedBy>Farah Chowdhury</cp:lastModifiedBy>
  <cp:revision>5</cp:revision>
  <dcterms:created xsi:type="dcterms:W3CDTF">2025-07-06T14:47:15Z</dcterms:created>
  <dcterms:modified xsi:type="dcterms:W3CDTF">2025-07-07T02:12:17Z</dcterms:modified>
</cp:coreProperties>
</file>
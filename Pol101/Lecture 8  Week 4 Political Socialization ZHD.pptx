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20"/>
  </p:normalViewPr>
  <p:slideViewPr>
    <p:cSldViewPr snapToGrid="0">
      <p:cViewPr varScale="1">
        <p:scale>
          <a:sx n="103" d="100"/>
          <a:sy n="103" d="100"/>
        </p:scale>
        <p:origin x="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06F8-A985-B4DF-FC2C-CD4095E1B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479CC-5C36-E5C3-8E74-BF942E5CB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9C070-FCB7-3566-5979-83FDFDD6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402A3-70A2-9424-023F-9D3EE060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B86F2-1C3B-57A3-D356-0AD95A13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745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00FC-0EC5-EC68-D75E-2E4F51126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C0E0-75DA-0EE7-B14E-6C0C3F9C0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F1007-CBE6-F639-BBDA-F39ED0CE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DCF86-F6B0-7E37-676B-C6DE1B1B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6525E-F80C-7C7E-3113-3AAB4E243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455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55DC-E0C3-806F-4748-FDF45F38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76810-6215-99C8-B968-4E955EB4D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7B82F-E6EA-8D08-6848-FCA1A018D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5A9D6-11FA-0905-050F-E648D7667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E20E0-1B4C-AB97-D620-6D9401A9C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807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006B2-5CC9-3E0D-C720-C6787590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CD4F4-26BB-BD60-1625-7AD731621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949C4-357E-D334-EF8A-BAAD2B0D0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6E885-077B-0177-2CC3-60B0C725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C0685-6CD6-68A1-22A8-D36699B3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449F2-EEE6-9D46-15EF-CD5C1C13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814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B0BD-9192-9BB5-FDE6-50F3FD306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B3F7A-1150-192A-8925-70E7A0EBA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0546D-2C34-C8AB-5CF2-A68644230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14266-A64F-ABA8-F1E5-FEAF77580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F8F4E-4219-9B33-EB8A-C320E5B55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9AFD02-7BD5-E7AA-777F-BBCDA4B6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91B1D-32CD-0CF9-C515-6C7F2817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F2DA7-AF49-BF5E-EA9C-6B9FE181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860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2D76-EDD8-AC9E-A109-07134FA5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F2A121-9FA4-7E19-87A2-04354A99E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129FB-BFB3-D5A6-C22B-987D1435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D1C4F-0134-621D-4E97-9AAFB5C3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183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695A45-8FDB-0238-5177-FD079E45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84EF3-A20B-C0E6-25D1-BC12B5B5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2091F-2C09-87DA-26BA-8F209EFF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736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A27A-CD1C-6027-60AA-E1763D75C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9E48-9C4E-9640-8A8F-E75C121D9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E9BA9-56D6-7EA8-DD52-51C1CC612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120D1-DC9C-AECC-94C9-ECFB985B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84CBB-B368-F08B-61BA-E7AEEFC2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C03EF-0689-ADFF-0087-282A8D47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226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0550-BF8B-C877-E91F-85A041970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61FCE3-4AF3-19E6-1486-BC8BB5B55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8AD96-19C7-ABB8-8A31-E18608143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E2816-E09D-853D-37FA-6C657DA8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E0FAA-12D4-72B4-1A81-B0523C83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D97F4-D7D8-6009-BAF3-669D8A65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8074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E771-EF30-E937-88C4-61AC00A7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A71FE-5DFD-7648-5E7B-7CE30F342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23239-8D0A-8EE2-AD7E-605357D0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9278-B241-FB71-AC57-D9E178AE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D42B1-4E33-4EA2-7634-87BD00D0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930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A2548-1B78-1AC6-4666-0589D26FC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6C106-8837-237D-11F1-6D1E80A3D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C4D62-FDA7-D591-0FBE-C1A53C89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BC4D0-1732-E3FF-6250-AC4AACCA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F719-CD83-E0F1-01D3-412A52CE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1897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01F47-7EDB-9974-CD94-E5D9D63B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8CFC1-C8E5-1C9C-2135-3E9BD2AFE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79EB8-D28A-1575-0F4C-12872757A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A0756-947B-4183-AA12-38F0F427296A}" type="datetimeFigureOut">
              <a:rPr lang="en-CA" smtClean="0"/>
              <a:t>2025-06-29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6D88B-B1B4-3186-E12D-A06C18186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16674-A56A-2890-ED53-BEC498FC7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81C3C-DE3A-4A8B-8041-8FB0ABB84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72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4819-E375-24AA-EF5A-F7A200F291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Political Socialization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846CD-5BC6-CDC6-9ED3-044BC8FB2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Socialization</a:t>
            </a:r>
          </a:p>
          <a:p>
            <a:r>
              <a:rPr lang="en-CA" dirty="0"/>
              <a:t>Socialization refers to the process by which individuals acquire the knowledge, skills and dispositions  that make them more or less able members of society</a:t>
            </a:r>
          </a:p>
        </p:txBody>
      </p:sp>
    </p:spTree>
    <p:extLst>
      <p:ext uri="{BB962C8B-B14F-4D97-AF65-F5344CB8AC3E}">
        <p14:creationId xmlns:p14="http://schemas.microsoft.com/office/powerpoint/2010/main" val="424014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DAF2-70B4-FAED-7ADB-FFACC735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Political Socialization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00AD2-9824-C7A6-8088-5B793FC11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Political Socialization is a specialized part of socialization</a:t>
            </a:r>
          </a:p>
          <a:p>
            <a:r>
              <a:rPr lang="en-CA" dirty="0"/>
              <a:t>It is a process of  learning about politics</a:t>
            </a:r>
          </a:p>
          <a:p>
            <a:r>
              <a:rPr lang="en-CA" dirty="0"/>
              <a:t>People are taught to participate or not to participate </a:t>
            </a:r>
          </a:p>
          <a:p>
            <a:r>
              <a:rPr lang="en-CA" dirty="0"/>
              <a:t>They are taught what is proper behavior, how to interact with other people and with the government</a:t>
            </a:r>
          </a:p>
          <a:p>
            <a:r>
              <a:rPr lang="en-CA" dirty="0"/>
              <a:t>Political socialization  is the process through which attitudes toward knowledge and political matters are passed on within a society</a:t>
            </a:r>
          </a:p>
          <a:p>
            <a:r>
              <a:rPr lang="en-CA" dirty="0"/>
              <a:t>People become members of a political system through the process of political socialization</a:t>
            </a:r>
          </a:p>
        </p:txBody>
      </p:sp>
    </p:spTree>
    <p:extLst>
      <p:ext uri="{BB962C8B-B14F-4D97-AF65-F5344CB8AC3E}">
        <p14:creationId xmlns:p14="http://schemas.microsoft.com/office/powerpoint/2010/main" val="98167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FD19-7061-BF03-84F1-8F87307A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is political socialization important?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572333-5FBD-E0D4-860D-D10B408DF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It permits us to carry on an organized social and political life. Without socialization,  there could be no continuity of political life</a:t>
            </a:r>
          </a:p>
          <a:p>
            <a:r>
              <a:rPr lang="en-CA" dirty="0"/>
              <a:t>The very concepts of state, government and society would cease to exist without political socialization</a:t>
            </a:r>
          </a:p>
          <a:p>
            <a:r>
              <a:rPr lang="en-CA" dirty="0"/>
              <a:t>Political socialization and political training:</a:t>
            </a:r>
          </a:p>
          <a:p>
            <a:pPr lvl="1" algn="just"/>
            <a:r>
              <a:rPr lang="en-CA" dirty="0"/>
              <a:t> Plato in his famous books, </a:t>
            </a:r>
            <a:r>
              <a:rPr lang="en-CA" i="1" dirty="0"/>
              <a:t>the Republic </a:t>
            </a:r>
            <a:r>
              <a:rPr lang="en-CA" dirty="0"/>
              <a:t>and</a:t>
            </a:r>
            <a:r>
              <a:rPr lang="en-CA" i="1" dirty="0"/>
              <a:t> the Laws</a:t>
            </a:r>
            <a:r>
              <a:rPr lang="en-CA" dirty="0"/>
              <a:t>,  emphasised  the  importance of training for making Philosophers Kings</a:t>
            </a:r>
          </a:p>
          <a:p>
            <a:r>
              <a:rPr lang="en-CA" dirty="0"/>
              <a:t>Political Socialization and Political Life</a:t>
            </a:r>
          </a:p>
          <a:p>
            <a:r>
              <a:rPr lang="en-CA" dirty="0"/>
              <a:t>Political socialization and political indoctrination: </a:t>
            </a:r>
          </a:p>
          <a:p>
            <a:pPr lvl="1"/>
            <a:r>
              <a:rPr lang="en-CA" dirty="0"/>
              <a:t>Transmission of values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37117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057E-3587-1675-A3A8-939ACA3E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is Socialization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0D3C-7612-E15B-6F28-85558BCEF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Political Socialization and political  learning</a:t>
            </a:r>
          </a:p>
        </p:txBody>
      </p:sp>
    </p:spTree>
    <p:extLst>
      <p:ext uri="{BB962C8B-B14F-4D97-AF65-F5344CB8AC3E}">
        <p14:creationId xmlns:p14="http://schemas.microsoft.com/office/powerpoint/2010/main" val="71689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E8EA-2147-3504-8F44-695B46C0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Agents of Political Socialization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79FA-793C-4B1F-247C-BFDA14C68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Family</a:t>
            </a:r>
          </a:p>
          <a:p>
            <a:r>
              <a:rPr lang="en-CA" dirty="0"/>
              <a:t>Educational institutions</a:t>
            </a:r>
          </a:p>
          <a:p>
            <a:r>
              <a:rPr lang="en-CA" dirty="0"/>
              <a:t>The Media</a:t>
            </a:r>
          </a:p>
          <a:p>
            <a:r>
              <a:rPr lang="en-CA" dirty="0"/>
              <a:t>Religious Institutions</a:t>
            </a:r>
          </a:p>
          <a:p>
            <a:r>
              <a:rPr lang="en-CA" dirty="0"/>
              <a:t>Peer Groups</a:t>
            </a:r>
          </a:p>
          <a:p>
            <a:r>
              <a:rPr lang="en-CA" dirty="0"/>
              <a:t>The Workplace</a:t>
            </a:r>
          </a:p>
          <a:p>
            <a:r>
              <a:rPr lang="en-CA" dirty="0"/>
              <a:t>State actors: State owned media</a:t>
            </a:r>
          </a:p>
        </p:txBody>
      </p:sp>
    </p:spTree>
    <p:extLst>
      <p:ext uri="{BB962C8B-B14F-4D97-AF65-F5344CB8AC3E}">
        <p14:creationId xmlns:p14="http://schemas.microsoft.com/office/powerpoint/2010/main" val="2246827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225</Words>
  <Application>Microsoft Macintosh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Political Socialization</vt:lpstr>
      <vt:lpstr>Political Socialization</vt:lpstr>
      <vt:lpstr>Why is political socialization important?</vt:lpstr>
      <vt:lpstr>Why is Socialization important?</vt:lpstr>
      <vt:lpstr>Agents of Political Socialization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Political Socialization</dc:title>
  <dc:creator>Zaglul Haider</dc:creator>
  <cp:lastModifiedBy>Farah Chowdhury</cp:lastModifiedBy>
  <cp:revision>3</cp:revision>
  <dcterms:created xsi:type="dcterms:W3CDTF">2025-06-29T13:34:58Z</dcterms:created>
  <dcterms:modified xsi:type="dcterms:W3CDTF">2025-06-30T01:23:56Z</dcterms:modified>
</cp:coreProperties>
</file>